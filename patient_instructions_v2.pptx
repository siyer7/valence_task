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58" r:id="rId4"/>
    <p:sldId id="262" r:id="rId5"/>
    <p:sldId id="263" r:id="rId6"/>
    <p:sldId id="267" r:id="rId7"/>
    <p:sldId id="268" r:id="rId8"/>
    <p:sldId id="260" r:id="rId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29"/>
    <p:restoredTop sz="79929"/>
  </p:normalViewPr>
  <p:slideViewPr>
    <p:cSldViewPr snapToGrid="0">
      <p:cViewPr varScale="1">
        <p:scale>
          <a:sx n="129" d="100"/>
          <a:sy n="129" d="100"/>
        </p:scale>
        <p:origin x="1216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4147cedfce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4147cedfce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4147cedfce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34147cedfce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4147cedfce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4147cedfce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>
          <a:extLst>
            <a:ext uri="{FF2B5EF4-FFF2-40B4-BE49-F238E27FC236}">
              <a16:creationId xmlns:a16="http://schemas.microsoft.com/office/drawing/2014/main" id="{E564AEF4-A7CA-EF1F-2B4E-96DBFBD1A0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4147cedfce_0_16:notes">
            <a:extLst>
              <a:ext uri="{FF2B5EF4-FFF2-40B4-BE49-F238E27FC236}">
                <a16:creationId xmlns:a16="http://schemas.microsoft.com/office/drawing/2014/main" id="{25E86450-83A3-B5C5-8A74-294EBEA5B7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4147cedfce_0_16:notes">
            <a:extLst>
              <a:ext uri="{FF2B5EF4-FFF2-40B4-BE49-F238E27FC236}">
                <a16:creationId xmlns:a16="http://schemas.microsoft.com/office/drawing/2014/main" id="{57F252E6-90EA-1034-9FCB-824EDD1BE9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sz="1000" dirty="0">
              <a:effectLst/>
              <a:latin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95364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>
          <a:extLst>
            <a:ext uri="{FF2B5EF4-FFF2-40B4-BE49-F238E27FC236}">
              <a16:creationId xmlns:a16="http://schemas.microsoft.com/office/drawing/2014/main" id="{4431DBA4-1D90-4FA6-C70A-EA2A5B678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4147cedfce_0_16:notes">
            <a:extLst>
              <a:ext uri="{FF2B5EF4-FFF2-40B4-BE49-F238E27FC236}">
                <a16:creationId xmlns:a16="http://schemas.microsoft.com/office/drawing/2014/main" id="{C48FFFD3-4673-FEFB-4F14-CF5D6D4BD6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4147cedfce_0_16:notes">
            <a:extLst>
              <a:ext uri="{FF2B5EF4-FFF2-40B4-BE49-F238E27FC236}">
                <a16:creationId xmlns:a16="http://schemas.microsoft.com/office/drawing/2014/main" id="{569D072C-1525-2E36-A19D-A68007D5EF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sz="1000" dirty="0">
              <a:effectLst/>
              <a:latin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58755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>
          <a:extLst>
            <a:ext uri="{FF2B5EF4-FFF2-40B4-BE49-F238E27FC236}">
              <a16:creationId xmlns:a16="http://schemas.microsoft.com/office/drawing/2014/main" id="{A2DC8F39-7118-A5B2-899F-3C943A534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4147cedfce_0_16:notes">
            <a:extLst>
              <a:ext uri="{FF2B5EF4-FFF2-40B4-BE49-F238E27FC236}">
                <a16:creationId xmlns:a16="http://schemas.microsoft.com/office/drawing/2014/main" id="{A6B7DE48-1DA9-E980-9AE3-DEC64D9485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4147cedfce_0_16:notes">
            <a:extLst>
              <a:ext uri="{FF2B5EF4-FFF2-40B4-BE49-F238E27FC236}">
                <a16:creationId xmlns:a16="http://schemas.microsoft.com/office/drawing/2014/main" id="{C6BFFE99-5998-0868-4A81-994E6C8D03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sz="1000" dirty="0">
              <a:effectLst/>
              <a:latin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37107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>
          <a:extLst>
            <a:ext uri="{FF2B5EF4-FFF2-40B4-BE49-F238E27FC236}">
              <a16:creationId xmlns:a16="http://schemas.microsoft.com/office/drawing/2014/main" id="{6AA2A4EC-6988-92A7-7F0B-88A6154FD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4147cedfce_0_16:notes">
            <a:extLst>
              <a:ext uri="{FF2B5EF4-FFF2-40B4-BE49-F238E27FC236}">
                <a16:creationId xmlns:a16="http://schemas.microsoft.com/office/drawing/2014/main" id="{9A0AE002-8729-9DDB-A5C0-65F9C6997E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4147cedfce_0_16:notes">
            <a:extLst>
              <a:ext uri="{FF2B5EF4-FFF2-40B4-BE49-F238E27FC236}">
                <a16:creationId xmlns:a16="http://schemas.microsoft.com/office/drawing/2014/main" id="{FE119D55-97E7-2764-5254-56F633DC69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sz="1000" dirty="0">
              <a:effectLst/>
              <a:latin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14017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4147cedfce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4147cedfce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08080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08080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/>
          <p:nvPr/>
        </p:nvSpPr>
        <p:spPr>
          <a:xfrm>
            <a:off x="3831900" y="2938871"/>
            <a:ext cx="1480200" cy="5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lt1"/>
                </a:solidFill>
              </a:rPr>
              <a:t>TARGET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lt1"/>
                </a:solidFill>
              </a:rPr>
              <a:t>SHAPE</a:t>
            </a:r>
            <a:endParaRPr sz="1800" dirty="0">
              <a:solidFill>
                <a:schemeClr val="lt1"/>
              </a:solidFill>
            </a:endParaRPr>
          </a:p>
        </p:txBody>
      </p:sp>
      <p:pic>
        <p:nvPicPr>
          <p:cNvPr id="3" name="Picture 2" descr="A white object with a pointy tail&#10;&#10;AI-generated content may be incorrect.">
            <a:extLst>
              <a:ext uri="{FF2B5EF4-FFF2-40B4-BE49-F238E27FC236}">
                <a16:creationId xmlns:a16="http://schemas.microsoft.com/office/drawing/2014/main" id="{625FDB4E-4108-BC87-44E5-D9DBFD39F1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703" y="1674423"/>
            <a:ext cx="1390897" cy="139089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08080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  <a:lumOff val="50000"/>
          </a:schemeClr>
        </a:solidFill>
        <a:effectLst/>
      </p:bgPr>
    </p:bg>
    <p:spTree>
      <p:nvGrpSpPr>
        <p:cNvPr id="1" name="Shape 66">
          <a:extLst>
            <a:ext uri="{FF2B5EF4-FFF2-40B4-BE49-F238E27FC236}">
              <a16:creationId xmlns:a16="http://schemas.microsoft.com/office/drawing/2014/main" id="{7E6DB1AB-44A6-5479-8467-674D61818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Picture 59">
            <a:extLst>
              <a:ext uri="{FF2B5EF4-FFF2-40B4-BE49-F238E27FC236}">
                <a16:creationId xmlns:a16="http://schemas.microsoft.com/office/drawing/2014/main" id="{329AF4AE-9EC2-422E-718D-AC0FD7288D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3756" y="3802924"/>
            <a:ext cx="2170732" cy="544656"/>
          </a:xfrm>
          <a:prstGeom prst="rect">
            <a:avLst/>
          </a:prstGeom>
        </p:spPr>
      </p:pic>
      <p:cxnSp>
        <p:nvCxnSpPr>
          <p:cNvPr id="71" name="Google Shape;71;p16">
            <a:extLst>
              <a:ext uri="{FF2B5EF4-FFF2-40B4-BE49-F238E27FC236}">
                <a16:creationId xmlns:a16="http://schemas.microsoft.com/office/drawing/2014/main" id="{F49382A1-7B07-73ED-0CF8-F06EDCDD730B}"/>
              </a:ext>
            </a:extLst>
          </p:cNvPr>
          <p:cNvCxnSpPr>
            <a:cxnSpLocks/>
          </p:cNvCxnSpPr>
          <p:nvPr/>
        </p:nvCxnSpPr>
        <p:spPr>
          <a:xfrm>
            <a:off x="1937575" y="1074661"/>
            <a:ext cx="0" cy="11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9" name="Picture 58">
            <a:extLst>
              <a:ext uri="{FF2B5EF4-FFF2-40B4-BE49-F238E27FC236}">
                <a16:creationId xmlns:a16="http://schemas.microsoft.com/office/drawing/2014/main" id="{DC670F95-E679-9FB6-3929-DA2966BA90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7905" y="912528"/>
            <a:ext cx="2170732" cy="544656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72043BB2-1E3E-2A4B-DC4E-A5341B0483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7058" y="2366652"/>
            <a:ext cx="2170732" cy="544656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9605207D-7832-F9EE-7454-A0C9CE1CAD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1098" y="868956"/>
            <a:ext cx="2239352" cy="602903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D565EFEB-12E4-59A8-CBD2-0AC324225F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4949" y="3770163"/>
            <a:ext cx="2239352" cy="602903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E5C864F3-2205-4F62-517E-E67771C012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4949" y="2315741"/>
            <a:ext cx="2239352" cy="602903"/>
          </a:xfrm>
          <a:prstGeom prst="rect">
            <a:avLst/>
          </a:prstGeom>
        </p:spPr>
      </p:pic>
      <p:cxnSp>
        <p:nvCxnSpPr>
          <p:cNvPr id="70" name="Google Shape;70;p16">
            <a:extLst>
              <a:ext uri="{FF2B5EF4-FFF2-40B4-BE49-F238E27FC236}">
                <a16:creationId xmlns:a16="http://schemas.microsoft.com/office/drawing/2014/main" id="{1EDCD1F5-8D01-BE76-EDDB-380373061D05}"/>
              </a:ext>
            </a:extLst>
          </p:cNvPr>
          <p:cNvCxnSpPr/>
          <p:nvPr/>
        </p:nvCxnSpPr>
        <p:spPr>
          <a:xfrm flipH="1">
            <a:off x="2338525" y="747475"/>
            <a:ext cx="7500" cy="7845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5" name="Google Shape;75;p16">
            <a:extLst>
              <a:ext uri="{FF2B5EF4-FFF2-40B4-BE49-F238E27FC236}">
                <a16:creationId xmlns:a16="http://schemas.microsoft.com/office/drawing/2014/main" id="{A8B0841A-0811-E4C5-406C-F1BDF4FFB6FA}"/>
              </a:ext>
            </a:extLst>
          </p:cNvPr>
          <p:cNvCxnSpPr/>
          <p:nvPr/>
        </p:nvCxnSpPr>
        <p:spPr>
          <a:xfrm flipH="1">
            <a:off x="2109925" y="2179500"/>
            <a:ext cx="7500" cy="7845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0" name="Google Shape;80;p16">
            <a:extLst>
              <a:ext uri="{FF2B5EF4-FFF2-40B4-BE49-F238E27FC236}">
                <a16:creationId xmlns:a16="http://schemas.microsoft.com/office/drawing/2014/main" id="{4D15F8D3-EA28-BCC8-33F9-C4EADDA6FEA6}"/>
              </a:ext>
            </a:extLst>
          </p:cNvPr>
          <p:cNvCxnSpPr/>
          <p:nvPr/>
        </p:nvCxnSpPr>
        <p:spPr>
          <a:xfrm flipH="1">
            <a:off x="2643325" y="3627300"/>
            <a:ext cx="7500" cy="7845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5" name="Google Shape;85;p16">
            <a:extLst>
              <a:ext uri="{FF2B5EF4-FFF2-40B4-BE49-F238E27FC236}">
                <a16:creationId xmlns:a16="http://schemas.microsoft.com/office/drawing/2014/main" id="{3ECD71BF-592A-36D0-E75A-DB6F87332BB3}"/>
              </a:ext>
            </a:extLst>
          </p:cNvPr>
          <p:cNvCxnSpPr/>
          <p:nvPr/>
        </p:nvCxnSpPr>
        <p:spPr>
          <a:xfrm flipH="1">
            <a:off x="6377125" y="732482"/>
            <a:ext cx="7500" cy="7845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0" name="Google Shape;90;p16">
            <a:extLst>
              <a:ext uri="{FF2B5EF4-FFF2-40B4-BE49-F238E27FC236}">
                <a16:creationId xmlns:a16="http://schemas.microsoft.com/office/drawing/2014/main" id="{52AFC29F-8749-D9FE-1BBA-92000D26DB46}"/>
              </a:ext>
            </a:extLst>
          </p:cNvPr>
          <p:cNvCxnSpPr/>
          <p:nvPr/>
        </p:nvCxnSpPr>
        <p:spPr>
          <a:xfrm flipH="1">
            <a:off x="6681925" y="2172256"/>
            <a:ext cx="7500" cy="7845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5" name="Google Shape;95;p16">
            <a:extLst>
              <a:ext uri="{FF2B5EF4-FFF2-40B4-BE49-F238E27FC236}">
                <a16:creationId xmlns:a16="http://schemas.microsoft.com/office/drawing/2014/main" id="{8DC22A46-4AC8-C3C1-7DC4-F9DE6D9558FF}"/>
              </a:ext>
            </a:extLst>
          </p:cNvPr>
          <p:cNvCxnSpPr/>
          <p:nvPr/>
        </p:nvCxnSpPr>
        <p:spPr>
          <a:xfrm flipH="1">
            <a:off x="6148525" y="3612307"/>
            <a:ext cx="7500" cy="7845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4" name="Google Shape;74;p16">
            <a:extLst>
              <a:ext uri="{FF2B5EF4-FFF2-40B4-BE49-F238E27FC236}">
                <a16:creationId xmlns:a16="http://schemas.microsoft.com/office/drawing/2014/main" id="{96A1F627-76F8-A43D-8BB4-6AB86F337DCF}"/>
              </a:ext>
            </a:extLst>
          </p:cNvPr>
          <p:cNvCxnSpPr>
            <a:cxnSpLocks/>
          </p:cNvCxnSpPr>
          <p:nvPr/>
        </p:nvCxnSpPr>
        <p:spPr>
          <a:xfrm>
            <a:off x="1724525" y="2568925"/>
            <a:ext cx="13569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9" name="Google Shape;69;p16">
            <a:extLst>
              <a:ext uri="{FF2B5EF4-FFF2-40B4-BE49-F238E27FC236}">
                <a16:creationId xmlns:a16="http://schemas.microsoft.com/office/drawing/2014/main" id="{7FA87145-ECA2-4D98-DA9A-6105813DE576}"/>
              </a:ext>
            </a:extLst>
          </p:cNvPr>
          <p:cNvCxnSpPr>
            <a:cxnSpLocks/>
          </p:cNvCxnSpPr>
          <p:nvPr/>
        </p:nvCxnSpPr>
        <p:spPr>
          <a:xfrm>
            <a:off x="1724525" y="1136900"/>
            <a:ext cx="13569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4" name="Google Shape;84;p16">
            <a:extLst>
              <a:ext uri="{FF2B5EF4-FFF2-40B4-BE49-F238E27FC236}">
                <a16:creationId xmlns:a16="http://schemas.microsoft.com/office/drawing/2014/main" id="{1E481CE9-A761-95FB-6E1D-F77FDF83F5F8}"/>
              </a:ext>
            </a:extLst>
          </p:cNvPr>
          <p:cNvCxnSpPr>
            <a:cxnSpLocks/>
          </p:cNvCxnSpPr>
          <p:nvPr/>
        </p:nvCxnSpPr>
        <p:spPr>
          <a:xfrm>
            <a:off x="5763125" y="1121907"/>
            <a:ext cx="13569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9" name="Google Shape;89;p16">
            <a:extLst>
              <a:ext uri="{FF2B5EF4-FFF2-40B4-BE49-F238E27FC236}">
                <a16:creationId xmlns:a16="http://schemas.microsoft.com/office/drawing/2014/main" id="{14395EE9-A9FE-7A20-34C5-97FD8820E3B8}"/>
              </a:ext>
            </a:extLst>
          </p:cNvPr>
          <p:cNvCxnSpPr>
            <a:cxnSpLocks/>
          </p:cNvCxnSpPr>
          <p:nvPr/>
        </p:nvCxnSpPr>
        <p:spPr>
          <a:xfrm>
            <a:off x="5763125" y="2561681"/>
            <a:ext cx="13569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4" name="Google Shape;94;p16">
            <a:extLst>
              <a:ext uri="{FF2B5EF4-FFF2-40B4-BE49-F238E27FC236}">
                <a16:creationId xmlns:a16="http://schemas.microsoft.com/office/drawing/2014/main" id="{B46B3AE0-1DCC-8636-58F6-512450DEF11D}"/>
              </a:ext>
            </a:extLst>
          </p:cNvPr>
          <p:cNvCxnSpPr>
            <a:cxnSpLocks/>
          </p:cNvCxnSpPr>
          <p:nvPr/>
        </p:nvCxnSpPr>
        <p:spPr>
          <a:xfrm>
            <a:off x="5763125" y="4001732"/>
            <a:ext cx="13569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9" name="Google Shape;79;p16">
            <a:extLst>
              <a:ext uri="{FF2B5EF4-FFF2-40B4-BE49-F238E27FC236}">
                <a16:creationId xmlns:a16="http://schemas.microsoft.com/office/drawing/2014/main" id="{6B56602A-A2C1-EA03-F1C6-D236939BBFEA}"/>
              </a:ext>
            </a:extLst>
          </p:cNvPr>
          <p:cNvCxnSpPr>
            <a:cxnSpLocks/>
          </p:cNvCxnSpPr>
          <p:nvPr/>
        </p:nvCxnSpPr>
        <p:spPr>
          <a:xfrm>
            <a:off x="1724525" y="4016725"/>
            <a:ext cx="13569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235039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  <a:lumOff val="50000"/>
          </a:schemeClr>
        </a:solidFill>
        <a:effectLst/>
      </p:bgPr>
    </p:bg>
    <p:spTree>
      <p:nvGrpSpPr>
        <p:cNvPr id="1" name="Shape 66">
          <a:extLst>
            <a:ext uri="{FF2B5EF4-FFF2-40B4-BE49-F238E27FC236}">
              <a16:creationId xmlns:a16="http://schemas.microsoft.com/office/drawing/2014/main" id="{55D78AB7-C88B-049C-5F2D-85B442511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Picture 59">
            <a:extLst>
              <a:ext uri="{FF2B5EF4-FFF2-40B4-BE49-F238E27FC236}">
                <a16:creationId xmlns:a16="http://schemas.microsoft.com/office/drawing/2014/main" id="{C6ACB94E-F4DB-DAC4-5DFD-FF9346B66F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3756" y="3802924"/>
            <a:ext cx="2170732" cy="544656"/>
          </a:xfrm>
          <a:prstGeom prst="rect">
            <a:avLst/>
          </a:prstGeom>
        </p:spPr>
      </p:pic>
      <p:cxnSp>
        <p:nvCxnSpPr>
          <p:cNvPr id="71" name="Google Shape;71;p16">
            <a:extLst>
              <a:ext uri="{FF2B5EF4-FFF2-40B4-BE49-F238E27FC236}">
                <a16:creationId xmlns:a16="http://schemas.microsoft.com/office/drawing/2014/main" id="{8030D17C-71AF-1E21-6A57-688B4F8EB91F}"/>
              </a:ext>
            </a:extLst>
          </p:cNvPr>
          <p:cNvCxnSpPr>
            <a:cxnSpLocks/>
          </p:cNvCxnSpPr>
          <p:nvPr/>
        </p:nvCxnSpPr>
        <p:spPr>
          <a:xfrm>
            <a:off x="1937575" y="1074661"/>
            <a:ext cx="0" cy="11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9" name="Picture 58">
            <a:extLst>
              <a:ext uri="{FF2B5EF4-FFF2-40B4-BE49-F238E27FC236}">
                <a16:creationId xmlns:a16="http://schemas.microsoft.com/office/drawing/2014/main" id="{FE4A9222-56C6-9A3B-BBD8-203C99E04A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7905" y="912528"/>
            <a:ext cx="2170732" cy="544656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F8B9409A-204E-3933-D95A-72415A6564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7058" y="2366652"/>
            <a:ext cx="2170732" cy="544656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DA3595C1-F1C6-ADD8-8A2B-B8E84FD00A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1098" y="868956"/>
            <a:ext cx="2239352" cy="602903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6720B81B-AD0B-1179-8D19-9A7E7676CA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4949" y="3770163"/>
            <a:ext cx="2239352" cy="602903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D825522F-A808-8AD1-946C-FB9EF3246C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4949" y="2315741"/>
            <a:ext cx="2239352" cy="602903"/>
          </a:xfrm>
          <a:prstGeom prst="rect">
            <a:avLst/>
          </a:prstGeom>
        </p:spPr>
      </p:pic>
      <p:cxnSp>
        <p:nvCxnSpPr>
          <p:cNvPr id="70" name="Google Shape;70;p16">
            <a:extLst>
              <a:ext uri="{FF2B5EF4-FFF2-40B4-BE49-F238E27FC236}">
                <a16:creationId xmlns:a16="http://schemas.microsoft.com/office/drawing/2014/main" id="{C83796ED-3251-FB3B-AF45-1DA0D30AA7DA}"/>
              </a:ext>
            </a:extLst>
          </p:cNvPr>
          <p:cNvCxnSpPr/>
          <p:nvPr/>
        </p:nvCxnSpPr>
        <p:spPr>
          <a:xfrm flipH="1">
            <a:off x="2338525" y="747475"/>
            <a:ext cx="7500" cy="7845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5" name="Google Shape;75;p16">
            <a:extLst>
              <a:ext uri="{FF2B5EF4-FFF2-40B4-BE49-F238E27FC236}">
                <a16:creationId xmlns:a16="http://schemas.microsoft.com/office/drawing/2014/main" id="{66A356A2-7A06-7AFB-CAA1-C64438B1446A}"/>
              </a:ext>
            </a:extLst>
          </p:cNvPr>
          <p:cNvCxnSpPr/>
          <p:nvPr/>
        </p:nvCxnSpPr>
        <p:spPr>
          <a:xfrm flipH="1">
            <a:off x="2109925" y="2179500"/>
            <a:ext cx="7500" cy="7845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0" name="Google Shape;80;p16">
            <a:extLst>
              <a:ext uri="{FF2B5EF4-FFF2-40B4-BE49-F238E27FC236}">
                <a16:creationId xmlns:a16="http://schemas.microsoft.com/office/drawing/2014/main" id="{E1940D6E-E5A1-CB0B-316B-ADC28320DF22}"/>
              </a:ext>
            </a:extLst>
          </p:cNvPr>
          <p:cNvCxnSpPr/>
          <p:nvPr/>
        </p:nvCxnSpPr>
        <p:spPr>
          <a:xfrm flipH="1">
            <a:off x="2643325" y="3627300"/>
            <a:ext cx="7500" cy="7845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5" name="Google Shape;85;p16">
            <a:extLst>
              <a:ext uri="{FF2B5EF4-FFF2-40B4-BE49-F238E27FC236}">
                <a16:creationId xmlns:a16="http://schemas.microsoft.com/office/drawing/2014/main" id="{05A70885-A080-984E-8A0E-694FA2CD5B37}"/>
              </a:ext>
            </a:extLst>
          </p:cNvPr>
          <p:cNvCxnSpPr/>
          <p:nvPr/>
        </p:nvCxnSpPr>
        <p:spPr>
          <a:xfrm flipH="1">
            <a:off x="6377125" y="732482"/>
            <a:ext cx="7500" cy="7845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0" name="Google Shape;90;p16">
            <a:extLst>
              <a:ext uri="{FF2B5EF4-FFF2-40B4-BE49-F238E27FC236}">
                <a16:creationId xmlns:a16="http://schemas.microsoft.com/office/drawing/2014/main" id="{0C24F8EA-9C7F-70C1-383F-3DB0D1F0DA0B}"/>
              </a:ext>
            </a:extLst>
          </p:cNvPr>
          <p:cNvCxnSpPr/>
          <p:nvPr/>
        </p:nvCxnSpPr>
        <p:spPr>
          <a:xfrm flipH="1">
            <a:off x="6681925" y="2172256"/>
            <a:ext cx="7500" cy="7845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5" name="Google Shape;95;p16">
            <a:extLst>
              <a:ext uri="{FF2B5EF4-FFF2-40B4-BE49-F238E27FC236}">
                <a16:creationId xmlns:a16="http://schemas.microsoft.com/office/drawing/2014/main" id="{EC95AAB2-A224-0358-7368-C5AABD44851C}"/>
              </a:ext>
            </a:extLst>
          </p:cNvPr>
          <p:cNvCxnSpPr/>
          <p:nvPr/>
        </p:nvCxnSpPr>
        <p:spPr>
          <a:xfrm flipH="1">
            <a:off x="6148525" y="3612307"/>
            <a:ext cx="7500" cy="7845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4" name="Google Shape;74;p16">
            <a:extLst>
              <a:ext uri="{FF2B5EF4-FFF2-40B4-BE49-F238E27FC236}">
                <a16:creationId xmlns:a16="http://schemas.microsoft.com/office/drawing/2014/main" id="{F66177FE-5511-832F-2BB0-7DD577E4AD8C}"/>
              </a:ext>
            </a:extLst>
          </p:cNvPr>
          <p:cNvCxnSpPr>
            <a:cxnSpLocks/>
          </p:cNvCxnSpPr>
          <p:nvPr/>
        </p:nvCxnSpPr>
        <p:spPr>
          <a:xfrm>
            <a:off x="1724525" y="2568925"/>
            <a:ext cx="13569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9" name="Google Shape;69;p16">
            <a:extLst>
              <a:ext uri="{FF2B5EF4-FFF2-40B4-BE49-F238E27FC236}">
                <a16:creationId xmlns:a16="http://schemas.microsoft.com/office/drawing/2014/main" id="{2E5AC03A-9B6D-2810-3C70-8DADEA55C96C}"/>
              </a:ext>
            </a:extLst>
          </p:cNvPr>
          <p:cNvCxnSpPr>
            <a:cxnSpLocks/>
          </p:cNvCxnSpPr>
          <p:nvPr/>
        </p:nvCxnSpPr>
        <p:spPr>
          <a:xfrm>
            <a:off x="1724525" y="1136900"/>
            <a:ext cx="13569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4" name="Google Shape;84;p16">
            <a:extLst>
              <a:ext uri="{FF2B5EF4-FFF2-40B4-BE49-F238E27FC236}">
                <a16:creationId xmlns:a16="http://schemas.microsoft.com/office/drawing/2014/main" id="{82A89275-500B-6637-5A7B-106E0FF221B2}"/>
              </a:ext>
            </a:extLst>
          </p:cNvPr>
          <p:cNvCxnSpPr>
            <a:cxnSpLocks/>
          </p:cNvCxnSpPr>
          <p:nvPr/>
        </p:nvCxnSpPr>
        <p:spPr>
          <a:xfrm>
            <a:off x="5763125" y="1121907"/>
            <a:ext cx="13569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9" name="Google Shape;89;p16">
            <a:extLst>
              <a:ext uri="{FF2B5EF4-FFF2-40B4-BE49-F238E27FC236}">
                <a16:creationId xmlns:a16="http://schemas.microsoft.com/office/drawing/2014/main" id="{03EDBFB7-8193-3BB7-155D-3DF07EA89699}"/>
              </a:ext>
            </a:extLst>
          </p:cNvPr>
          <p:cNvCxnSpPr>
            <a:cxnSpLocks/>
          </p:cNvCxnSpPr>
          <p:nvPr/>
        </p:nvCxnSpPr>
        <p:spPr>
          <a:xfrm>
            <a:off x="5763125" y="2561681"/>
            <a:ext cx="13569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4" name="Google Shape;94;p16">
            <a:extLst>
              <a:ext uri="{FF2B5EF4-FFF2-40B4-BE49-F238E27FC236}">
                <a16:creationId xmlns:a16="http://schemas.microsoft.com/office/drawing/2014/main" id="{6BC5C14C-A51D-546F-9A3D-D254D670DE3E}"/>
              </a:ext>
            </a:extLst>
          </p:cNvPr>
          <p:cNvCxnSpPr>
            <a:cxnSpLocks/>
          </p:cNvCxnSpPr>
          <p:nvPr/>
        </p:nvCxnSpPr>
        <p:spPr>
          <a:xfrm>
            <a:off x="5763125" y="4001732"/>
            <a:ext cx="13569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9" name="Google Shape;79;p16">
            <a:extLst>
              <a:ext uri="{FF2B5EF4-FFF2-40B4-BE49-F238E27FC236}">
                <a16:creationId xmlns:a16="http://schemas.microsoft.com/office/drawing/2014/main" id="{E750CFA6-7997-5D46-2C3E-6E58C0AEFFEF}"/>
              </a:ext>
            </a:extLst>
          </p:cNvPr>
          <p:cNvCxnSpPr>
            <a:cxnSpLocks/>
          </p:cNvCxnSpPr>
          <p:nvPr/>
        </p:nvCxnSpPr>
        <p:spPr>
          <a:xfrm>
            <a:off x="1724525" y="4016725"/>
            <a:ext cx="13569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6C2A51D-3490-EAB9-4EEA-C6DD0C719F03}"/>
              </a:ext>
            </a:extLst>
          </p:cNvPr>
          <p:cNvCxnSpPr/>
          <p:nvPr/>
        </p:nvCxnSpPr>
        <p:spPr>
          <a:xfrm>
            <a:off x="1722304" y="1136900"/>
            <a:ext cx="616221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9FFC306-C0E0-325D-B36F-E0935D8B8285}"/>
              </a:ext>
            </a:extLst>
          </p:cNvPr>
          <p:cNvCxnSpPr>
            <a:cxnSpLocks/>
          </p:cNvCxnSpPr>
          <p:nvPr/>
        </p:nvCxnSpPr>
        <p:spPr>
          <a:xfrm>
            <a:off x="1722304" y="4016725"/>
            <a:ext cx="921021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3C618C8-B72A-159D-58B3-F5D3542B1F8B}"/>
              </a:ext>
            </a:extLst>
          </p:cNvPr>
          <p:cNvCxnSpPr>
            <a:cxnSpLocks/>
          </p:cNvCxnSpPr>
          <p:nvPr/>
        </p:nvCxnSpPr>
        <p:spPr>
          <a:xfrm>
            <a:off x="2098953" y="1072681"/>
            <a:ext cx="0" cy="179190"/>
          </a:xfrm>
          <a:prstGeom prst="line">
            <a:avLst/>
          </a:prstGeom>
          <a:ln>
            <a:solidFill>
              <a:srgbClr val="7030A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AC2D518-8D00-BF58-D16D-A05FA1262FEC}"/>
              </a:ext>
            </a:extLst>
          </p:cNvPr>
          <p:cNvCxnSpPr>
            <a:cxnSpLocks/>
          </p:cNvCxnSpPr>
          <p:nvPr/>
        </p:nvCxnSpPr>
        <p:spPr>
          <a:xfrm>
            <a:off x="2108754" y="2484247"/>
            <a:ext cx="0" cy="192231"/>
          </a:xfrm>
          <a:prstGeom prst="line">
            <a:avLst/>
          </a:prstGeom>
          <a:ln>
            <a:solidFill>
              <a:srgbClr val="7030A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94E389A-4C6D-BC13-CF36-37C9186CF333}"/>
              </a:ext>
            </a:extLst>
          </p:cNvPr>
          <p:cNvCxnSpPr>
            <a:cxnSpLocks/>
          </p:cNvCxnSpPr>
          <p:nvPr/>
        </p:nvCxnSpPr>
        <p:spPr>
          <a:xfrm>
            <a:off x="2107878" y="3936846"/>
            <a:ext cx="0" cy="192231"/>
          </a:xfrm>
          <a:prstGeom prst="line">
            <a:avLst/>
          </a:prstGeom>
          <a:ln>
            <a:solidFill>
              <a:srgbClr val="7030A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5" name="Picture 34" descr="A white bird on a gray background&#10;&#10;AI-generated content may be incorrect.">
            <a:extLst>
              <a:ext uri="{FF2B5EF4-FFF2-40B4-BE49-F238E27FC236}">
                <a16:creationId xmlns:a16="http://schemas.microsoft.com/office/drawing/2014/main" id="{D6E50002-8641-D2C3-5D7C-C89AF9256A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87717" y="520213"/>
            <a:ext cx="365760" cy="3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501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  <a:lumOff val="50000"/>
          </a:schemeClr>
        </a:solidFill>
        <a:effectLst/>
      </p:bgPr>
    </p:bg>
    <p:spTree>
      <p:nvGrpSpPr>
        <p:cNvPr id="1" name="Shape 66">
          <a:extLst>
            <a:ext uri="{FF2B5EF4-FFF2-40B4-BE49-F238E27FC236}">
              <a16:creationId xmlns:a16="http://schemas.microsoft.com/office/drawing/2014/main" id="{737C69CE-3D94-AC28-931B-5DB89E99A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Picture 59">
            <a:extLst>
              <a:ext uri="{FF2B5EF4-FFF2-40B4-BE49-F238E27FC236}">
                <a16:creationId xmlns:a16="http://schemas.microsoft.com/office/drawing/2014/main" id="{0B327D99-C23F-AE14-33FC-65D417BC13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3756" y="3802924"/>
            <a:ext cx="2170732" cy="544656"/>
          </a:xfrm>
          <a:prstGeom prst="rect">
            <a:avLst/>
          </a:prstGeom>
        </p:spPr>
      </p:pic>
      <p:cxnSp>
        <p:nvCxnSpPr>
          <p:cNvPr id="71" name="Google Shape;71;p16">
            <a:extLst>
              <a:ext uri="{FF2B5EF4-FFF2-40B4-BE49-F238E27FC236}">
                <a16:creationId xmlns:a16="http://schemas.microsoft.com/office/drawing/2014/main" id="{0B863967-9343-82E4-4B05-628E46C565FA}"/>
              </a:ext>
            </a:extLst>
          </p:cNvPr>
          <p:cNvCxnSpPr>
            <a:cxnSpLocks/>
          </p:cNvCxnSpPr>
          <p:nvPr/>
        </p:nvCxnSpPr>
        <p:spPr>
          <a:xfrm>
            <a:off x="1937575" y="1074661"/>
            <a:ext cx="0" cy="11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9" name="Picture 58">
            <a:extLst>
              <a:ext uri="{FF2B5EF4-FFF2-40B4-BE49-F238E27FC236}">
                <a16:creationId xmlns:a16="http://schemas.microsoft.com/office/drawing/2014/main" id="{F3EF155E-0527-C029-DB9A-AC665D590B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7905" y="912528"/>
            <a:ext cx="2170732" cy="544656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3729088F-730C-5CE0-7819-A8B1BC6633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7058" y="2366652"/>
            <a:ext cx="2170732" cy="544656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72706215-54D0-F7B9-D50C-A0739F04D1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1098" y="868956"/>
            <a:ext cx="2239352" cy="602903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4B81124D-9D2F-2A45-9733-75DC12F8AE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4949" y="3770163"/>
            <a:ext cx="2239352" cy="602903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628F0FB2-922C-024B-6721-D53BDBDBBF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4949" y="2315741"/>
            <a:ext cx="2239352" cy="602903"/>
          </a:xfrm>
          <a:prstGeom prst="rect">
            <a:avLst/>
          </a:prstGeom>
        </p:spPr>
      </p:pic>
      <p:cxnSp>
        <p:nvCxnSpPr>
          <p:cNvPr id="70" name="Google Shape;70;p16">
            <a:extLst>
              <a:ext uri="{FF2B5EF4-FFF2-40B4-BE49-F238E27FC236}">
                <a16:creationId xmlns:a16="http://schemas.microsoft.com/office/drawing/2014/main" id="{57661ABD-0AA9-D795-80F2-41AF4D56324D}"/>
              </a:ext>
            </a:extLst>
          </p:cNvPr>
          <p:cNvCxnSpPr/>
          <p:nvPr/>
        </p:nvCxnSpPr>
        <p:spPr>
          <a:xfrm flipH="1">
            <a:off x="2338525" y="747475"/>
            <a:ext cx="7500" cy="7845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5" name="Google Shape;75;p16">
            <a:extLst>
              <a:ext uri="{FF2B5EF4-FFF2-40B4-BE49-F238E27FC236}">
                <a16:creationId xmlns:a16="http://schemas.microsoft.com/office/drawing/2014/main" id="{77AB908C-36A4-1E0C-A8A0-A49E65E653E5}"/>
              </a:ext>
            </a:extLst>
          </p:cNvPr>
          <p:cNvCxnSpPr/>
          <p:nvPr/>
        </p:nvCxnSpPr>
        <p:spPr>
          <a:xfrm flipH="1">
            <a:off x="2109925" y="2179500"/>
            <a:ext cx="7500" cy="7845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0" name="Google Shape;80;p16">
            <a:extLst>
              <a:ext uri="{FF2B5EF4-FFF2-40B4-BE49-F238E27FC236}">
                <a16:creationId xmlns:a16="http://schemas.microsoft.com/office/drawing/2014/main" id="{B60119AB-CDDE-3D0E-0D03-53AF60C814F8}"/>
              </a:ext>
            </a:extLst>
          </p:cNvPr>
          <p:cNvCxnSpPr/>
          <p:nvPr/>
        </p:nvCxnSpPr>
        <p:spPr>
          <a:xfrm flipH="1">
            <a:off x="2643325" y="3627300"/>
            <a:ext cx="7500" cy="7845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5" name="Google Shape;85;p16">
            <a:extLst>
              <a:ext uri="{FF2B5EF4-FFF2-40B4-BE49-F238E27FC236}">
                <a16:creationId xmlns:a16="http://schemas.microsoft.com/office/drawing/2014/main" id="{639CEBE5-1CCE-C940-C68A-1BC9A0FFC8F8}"/>
              </a:ext>
            </a:extLst>
          </p:cNvPr>
          <p:cNvCxnSpPr/>
          <p:nvPr/>
        </p:nvCxnSpPr>
        <p:spPr>
          <a:xfrm flipH="1">
            <a:off x="6377125" y="732482"/>
            <a:ext cx="7500" cy="7845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0" name="Google Shape;90;p16">
            <a:extLst>
              <a:ext uri="{FF2B5EF4-FFF2-40B4-BE49-F238E27FC236}">
                <a16:creationId xmlns:a16="http://schemas.microsoft.com/office/drawing/2014/main" id="{6BE9A1D8-0854-2B88-B84B-0995177D8989}"/>
              </a:ext>
            </a:extLst>
          </p:cNvPr>
          <p:cNvCxnSpPr/>
          <p:nvPr/>
        </p:nvCxnSpPr>
        <p:spPr>
          <a:xfrm flipH="1">
            <a:off x="6681925" y="2172256"/>
            <a:ext cx="7500" cy="7845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5" name="Google Shape;95;p16">
            <a:extLst>
              <a:ext uri="{FF2B5EF4-FFF2-40B4-BE49-F238E27FC236}">
                <a16:creationId xmlns:a16="http://schemas.microsoft.com/office/drawing/2014/main" id="{577BD172-DD70-B028-7F21-1BDB3EE64FF5}"/>
              </a:ext>
            </a:extLst>
          </p:cNvPr>
          <p:cNvCxnSpPr/>
          <p:nvPr/>
        </p:nvCxnSpPr>
        <p:spPr>
          <a:xfrm flipH="1">
            <a:off x="6148525" y="3612307"/>
            <a:ext cx="7500" cy="7845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4" name="Google Shape;74;p16">
            <a:extLst>
              <a:ext uri="{FF2B5EF4-FFF2-40B4-BE49-F238E27FC236}">
                <a16:creationId xmlns:a16="http://schemas.microsoft.com/office/drawing/2014/main" id="{F22D8E37-C2CF-D09E-DFB2-B4E1E2CC09E0}"/>
              </a:ext>
            </a:extLst>
          </p:cNvPr>
          <p:cNvCxnSpPr>
            <a:cxnSpLocks/>
          </p:cNvCxnSpPr>
          <p:nvPr/>
        </p:nvCxnSpPr>
        <p:spPr>
          <a:xfrm>
            <a:off x="1724525" y="2568925"/>
            <a:ext cx="13569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9" name="Google Shape;69;p16">
            <a:extLst>
              <a:ext uri="{FF2B5EF4-FFF2-40B4-BE49-F238E27FC236}">
                <a16:creationId xmlns:a16="http://schemas.microsoft.com/office/drawing/2014/main" id="{402E8476-705B-4370-40F2-06F126B350B2}"/>
              </a:ext>
            </a:extLst>
          </p:cNvPr>
          <p:cNvCxnSpPr>
            <a:cxnSpLocks/>
          </p:cNvCxnSpPr>
          <p:nvPr/>
        </p:nvCxnSpPr>
        <p:spPr>
          <a:xfrm>
            <a:off x="1724525" y="1136900"/>
            <a:ext cx="13569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4" name="Google Shape;84;p16">
            <a:extLst>
              <a:ext uri="{FF2B5EF4-FFF2-40B4-BE49-F238E27FC236}">
                <a16:creationId xmlns:a16="http://schemas.microsoft.com/office/drawing/2014/main" id="{25DE99CC-A102-C86F-BC16-56DEF9AD03C6}"/>
              </a:ext>
            </a:extLst>
          </p:cNvPr>
          <p:cNvCxnSpPr>
            <a:cxnSpLocks/>
          </p:cNvCxnSpPr>
          <p:nvPr/>
        </p:nvCxnSpPr>
        <p:spPr>
          <a:xfrm>
            <a:off x="5763125" y="1121907"/>
            <a:ext cx="13569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9" name="Google Shape;89;p16">
            <a:extLst>
              <a:ext uri="{FF2B5EF4-FFF2-40B4-BE49-F238E27FC236}">
                <a16:creationId xmlns:a16="http://schemas.microsoft.com/office/drawing/2014/main" id="{9871EFB7-D73E-9B3D-8186-8CB37460773C}"/>
              </a:ext>
            </a:extLst>
          </p:cNvPr>
          <p:cNvCxnSpPr>
            <a:cxnSpLocks/>
          </p:cNvCxnSpPr>
          <p:nvPr/>
        </p:nvCxnSpPr>
        <p:spPr>
          <a:xfrm>
            <a:off x="5763125" y="2561681"/>
            <a:ext cx="13569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4" name="Google Shape;94;p16">
            <a:extLst>
              <a:ext uri="{FF2B5EF4-FFF2-40B4-BE49-F238E27FC236}">
                <a16:creationId xmlns:a16="http://schemas.microsoft.com/office/drawing/2014/main" id="{82801BD4-2A09-DCE8-044C-D6B13F507A6A}"/>
              </a:ext>
            </a:extLst>
          </p:cNvPr>
          <p:cNvCxnSpPr>
            <a:cxnSpLocks/>
          </p:cNvCxnSpPr>
          <p:nvPr/>
        </p:nvCxnSpPr>
        <p:spPr>
          <a:xfrm>
            <a:off x="5763125" y="4001732"/>
            <a:ext cx="13569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9" name="Google Shape;79;p16">
            <a:extLst>
              <a:ext uri="{FF2B5EF4-FFF2-40B4-BE49-F238E27FC236}">
                <a16:creationId xmlns:a16="http://schemas.microsoft.com/office/drawing/2014/main" id="{F2F91E0C-3F95-92DB-A48D-033218DCC7C3}"/>
              </a:ext>
            </a:extLst>
          </p:cNvPr>
          <p:cNvCxnSpPr>
            <a:cxnSpLocks/>
          </p:cNvCxnSpPr>
          <p:nvPr/>
        </p:nvCxnSpPr>
        <p:spPr>
          <a:xfrm>
            <a:off x="1724525" y="4016725"/>
            <a:ext cx="13569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4C41E660-80ED-6FE1-35A4-C4E04D136DC8}"/>
              </a:ext>
            </a:extLst>
          </p:cNvPr>
          <p:cNvCxnSpPr>
            <a:cxnSpLocks/>
          </p:cNvCxnSpPr>
          <p:nvPr/>
        </p:nvCxnSpPr>
        <p:spPr>
          <a:xfrm>
            <a:off x="2346025" y="1072681"/>
            <a:ext cx="0" cy="179190"/>
          </a:xfrm>
          <a:prstGeom prst="line">
            <a:avLst/>
          </a:prstGeom>
          <a:ln>
            <a:solidFill>
              <a:srgbClr val="7030A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02F890E-AB6D-75AE-9FA3-665E5979C387}"/>
              </a:ext>
            </a:extLst>
          </p:cNvPr>
          <p:cNvCxnSpPr>
            <a:cxnSpLocks/>
          </p:cNvCxnSpPr>
          <p:nvPr/>
        </p:nvCxnSpPr>
        <p:spPr>
          <a:xfrm>
            <a:off x="2339401" y="2484247"/>
            <a:ext cx="0" cy="192231"/>
          </a:xfrm>
          <a:prstGeom prst="line">
            <a:avLst/>
          </a:prstGeom>
          <a:ln>
            <a:solidFill>
              <a:srgbClr val="7030A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2D81FB2-D9FD-6191-349A-5A656E7B1AD1}"/>
              </a:ext>
            </a:extLst>
          </p:cNvPr>
          <p:cNvCxnSpPr>
            <a:cxnSpLocks/>
          </p:cNvCxnSpPr>
          <p:nvPr/>
        </p:nvCxnSpPr>
        <p:spPr>
          <a:xfrm>
            <a:off x="2338525" y="3936846"/>
            <a:ext cx="0" cy="192231"/>
          </a:xfrm>
          <a:prstGeom prst="line">
            <a:avLst/>
          </a:prstGeom>
          <a:ln>
            <a:solidFill>
              <a:srgbClr val="7030A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6C67F79-A314-DA1E-8E11-CFF4DAE4FC27}"/>
              </a:ext>
            </a:extLst>
          </p:cNvPr>
          <p:cNvCxnSpPr>
            <a:cxnSpLocks/>
          </p:cNvCxnSpPr>
          <p:nvPr/>
        </p:nvCxnSpPr>
        <p:spPr>
          <a:xfrm>
            <a:off x="1722304" y="4016725"/>
            <a:ext cx="921021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856CE83-144A-AC2F-D36D-F2E96D798A23}"/>
              </a:ext>
            </a:extLst>
          </p:cNvPr>
          <p:cNvCxnSpPr>
            <a:cxnSpLocks/>
          </p:cNvCxnSpPr>
          <p:nvPr/>
        </p:nvCxnSpPr>
        <p:spPr>
          <a:xfrm>
            <a:off x="2119866" y="2572237"/>
            <a:ext cx="961559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pic>
        <p:nvPicPr>
          <p:cNvPr id="11" name="Picture 10" descr="A white object with a pointy tail&#10;&#10;AI-generated content may be incorrect.">
            <a:extLst>
              <a:ext uri="{FF2B5EF4-FFF2-40B4-BE49-F238E27FC236}">
                <a16:creationId xmlns:a16="http://schemas.microsoft.com/office/drawing/2014/main" id="{92C7EE4F-D017-8D7C-7C0E-312D9B0466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34758" y="255318"/>
            <a:ext cx="365760" cy="3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139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  <a:lumOff val="50000"/>
          </a:schemeClr>
        </a:solidFill>
        <a:effectLst/>
      </p:bgPr>
    </p:bg>
    <p:spTree>
      <p:nvGrpSpPr>
        <p:cNvPr id="1" name="Shape 66">
          <a:extLst>
            <a:ext uri="{FF2B5EF4-FFF2-40B4-BE49-F238E27FC236}">
              <a16:creationId xmlns:a16="http://schemas.microsoft.com/office/drawing/2014/main" id="{8BCD5722-B44D-97A9-0D89-5EF3904C2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Picture 59">
            <a:extLst>
              <a:ext uri="{FF2B5EF4-FFF2-40B4-BE49-F238E27FC236}">
                <a16:creationId xmlns:a16="http://schemas.microsoft.com/office/drawing/2014/main" id="{D4D5013D-A2F5-6307-DEE9-CAA2A2C865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3756" y="3802924"/>
            <a:ext cx="2170732" cy="544656"/>
          </a:xfrm>
          <a:prstGeom prst="rect">
            <a:avLst/>
          </a:prstGeom>
        </p:spPr>
      </p:pic>
      <p:cxnSp>
        <p:nvCxnSpPr>
          <p:cNvPr id="71" name="Google Shape;71;p16">
            <a:extLst>
              <a:ext uri="{FF2B5EF4-FFF2-40B4-BE49-F238E27FC236}">
                <a16:creationId xmlns:a16="http://schemas.microsoft.com/office/drawing/2014/main" id="{89E1E08D-826F-61F6-4F7C-87BD7A67B2BF}"/>
              </a:ext>
            </a:extLst>
          </p:cNvPr>
          <p:cNvCxnSpPr>
            <a:cxnSpLocks/>
          </p:cNvCxnSpPr>
          <p:nvPr/>
        </p:nvCxnSpPr>
        <p:spPr>
          <a:xfrm>
            <a:off x="1937575" y="1074661"/>
            <a:ext cx="0" cy="118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9" name="Picture 58">
            <a:extLst>
              <a:ext uri="{FF2B5EF4-FFF2-40B4-BE49-F238E27FC236}">
                <a16:creationId xmlns:a16="http://schemas.microsoft.com/office/drawing/2014/main" id="{2C82EDF4-B7D0-74D3-40AC-80AE95A307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7905" y="912528"/>
            <a:ext cx="2170732" cy="544656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C4377154-B685-719A-157F-084F67FF08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7058" y="2366652"/>
            <a:ext cx="2170732" cy="544656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8F8C363C-C1B7-BA56-1A10-CDDD6D3099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1098" y="868956"/>
            <a:ext cx="2239352" cy="602903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ADDF0A2F-70D1-7FDB-A75F-5C54AF0115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4949" y="3770163"/>
            <a:ext cx="2239352" cy="602903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5991D7D8-061D-83EF-D344-909773AF8B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4949" y="2315741"/>
            <a:ext cx="2239352" cy="602903"/>
          </a:xfrm>
          <a:prstGeom prst="rect">
            <a:avLst/>
          </a:prstGeom>
        </p:spPr>
      </p:pic>
      <p:cxnSp>
        <p:nvCxnSpPr>
          <p:cNvPr id="70" name="Google Shape;70;p16">
            <a:extLst>
              <a:ext uri="{FF2B5EF4-FFF2-40B4-BE49-F238E27FC236}">
                <a16:creationId xmlns:a16="http://schemas.microsoft.com/office/drawing/2014/main" id="{C56FD824-8329-224B-B461-50832B6265FE}"/>
              </a:ext>
            </a:extLst>
          </p:cNvPr>
          <p:cNvCxnSpPr/>
          <p:nvPr/>
        </p:nvCxnSpPr>
        <p:spPr>
          <a:xfrm flipH="1">
            <a:off x="2338525" y="747475"/>
            <a:ext cx="7500" cy="7845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5" name="Google Shape;75;p16">
            <a:extLst>
              <a:ext uri="{FF2B5EF4-FFF2-40B4-BE49-F238E27FC236}">
                <a16:creationId xmlns:a16="http://schemas.microsoft.com/office/drawing/2014/main" id="{E74E091D-0C19-7991-E8C0-5C3615B4EDFB}"/>
              </a:ext>
            </a:extLst>
          </p:cNvPr>
          <p:cNvCxnSpPr/>
          <p:nvPr/>
        </p:nvCxnSpPr>
        <p:spPr>
          <a:xfrm flipH="1">
            <a:off x="2109925" y="2179500"/>
            <a:ext cx="7500" cy="7845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0" name="Google Shape;80;p16">
            <a:extLst>
              <a:ext uri="{FF2B5EF4-FFF2-40B4-BE49-F238E27FC236}">
                <a16:creationId xmlns:a16="http://schemas.microsoft.com/office/drawing/2014/main" id="{21ABB88E-FB4B-F68A-645A-11B93917F2CE}"/>
              </a:ext>
            </a:extLst>
          </p:cNvPr>
          <p:cNvCxnSpPr/>
          <p:nvPr/>
        </p:nvCxnSpPr>
        <p:spPr>
          <a:xfrm flipH="1">
            <a:off x="2643325" y="3627300"/>
            <a:ext cx="7500" cy="7845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5" name="Google Shape;85;p16">
            <a:extLst>
              <a:ext uri="{FF2B5EF4-FFF2-40B4-BE49-F238E27FC236}">
                <a16:creationId xmlns:a16="http://schemas.microsoft.com/office/drawing/2014/main" id="{68021486-DF5C-FEDE-6318-878F1B699E10}"/>
              </a:ext>
            </a:extLst>
          </p:cNvPr>
          <p:cNvCxnSpPr/>
          <p:nvPr/>
        </p:nvCxnSpPr>
        <p:spPr>
          <a:xfrm flipH="1">
            <a:off x="6377125" y="732482"/>
            <a:ext cx="7500" cy="7845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0" name="Google Shape;90;p16">
            <a:extLst>
              <a:ext uri="{FF2B5EF4-FFF2-40B4-BE49-F238E27FC236}">
                <a16:creationId xmlns:a16="http://schemas.microsoft.com/office/drawing/2014/main" id="{D2D41BE5-2342-2841-B1C5-5CFA8E6A3321}"/>
              </a:ext>
            </a:extLst>
          </p:cNvPr>
          <p:cNvCxnSpPr/>
          <p:nvPr/>
        </p:nvCxnSpPr>
        <p:spPr>
          <a:xfrm flipH="1">
            <a:off x="6681925" y="2172256"/>
            <a:ext cx="7500" cy="7845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5" name="Google Shape;95;p16">
            <a:extLst>
              <a:ext uri="{FF2B5EF4-FFF2-40B4-BE49-F238E27FC236}">
                <a16:creationId xmlns:a16="http://schemas.microsoft.com/office/drawing/2014/main" id="{CD23FFCB-D394-B9A6-BEB1-1D0F79240462}"/>
              </a:ext>
            </a:extLst>
          </p:cNvPr>
          <p:cNvCxnSpPr/>
          <p:nvPr/>
        </p:nvCxnSpPr>
        <p:spPr>
          <a:xfrm flipH="1">
            <a:off x="6148525" y="3612307"/>
            <a:ext cx="7500" cy="7845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4" name="Google Shape;74;p16">
            <a:extLst>
              <a:ext uri="{FF2B5EF4-FFF2-40B4-BE49-F238E27FC236}">
                <a16:creationId xmlns:a16="http://schemas.microsoft.com/office/drawing/2014/main" id="{63ABEFFF-8A11-19AD-D447-21976411BBB0}"/>
              </a:ext>
            </a:extLst>
          </p:cNvPr>
          <p:cNvCxnSpPr>
            <a:cxnSpLocks/>
          </p:cNvCxnSpPr>
          <p:nvPr/>
        </p:nvCxnSpPr>
        <p:spPr>
          <a:xfrm>
            <a:off x="1724525" y="2568925"/>
            <a:ext cx="13569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9" name="Google Shape;69;p16">
            <a:extLst>
              <a:ext uri="{FF2B5EF4-FFF2-40B4-BE49-F238E27FC236}">
                <a16:creationId xmlns:a16="http://schemas.microsoft.com/office/drawing/2014/main" id="{2325097E-005C-B95D-B19B-DEBBDBF2B8D5}"/>
              </a:ext>
            </a:extLst>
          </p:cNvPr>
          <p:cNvCxnSpPr>
            <a:cxnSpLocks/>
          </p:cNvCxnSpPr>
          <p:nvPr/>
        </p:nvCxnSpPr>
        <p:spPr>
          <a:xfrm>
            <a:off x="1724525" y="1136900"/>
            <a:ext cx="13569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4" name="Google Shape;84;p16">
            <a:extLst>
              <a:ext uri="{FF2B5EF4-FFF2-40B4-BE49-F238E27FC236}">
                <a16:creationId xmlns:a16="http://schemas.microsoft.com/office/drawing/2014/main" id="{722D7123-4DE3-C22F-8D85-F95EF0F583D0}"/>
              </a:ext>
            </a:extLst>
          </p:cNvPr>
          <p:cNvCxnSpPr>
            <a:cxnSpLocks/>
          </p:cNvCxnSpPr>
          <p:nvPr/>
        </p:nvCxnSpPr>
        <p:spPr>
          <a:xfrm>
            <a:off x="5763125" y="1121907"/>
            <a:ext cx="13569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9" name="Google Shape;89;p16">
            <a:extLst>
              <a:ext uri="{FF2B5EF4-FFF2-40B4-BE49-F238E27FC236}">
                <a16:creationId xmlns:a16="http://schemas.microsoft.com/office/drawing/2014/main" id="{771B355A-B7AE-71AE-7EA2-C07B997CFBD8}"/>
              </a:ext>
            </a:extLst>
          </p:cNvPr>
          <p:cNvCxnSpPr>
            <a:cxnSpLocks/>
          </p:cNvCxnSpPr>
          <p:nvPr/>
        </p:nvCxnSpPr>
        <p:spPr>
          <a:xfrm>
            <a:off x="5763125" y="2561681"/>
            <a:ext cx="13569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4" name="Google Shape;94;p16">
            <a:extLst>
              <a:ext uri="{FF2B5EF4-FFF2-40B4-BE49-F238E27FC236}">
                <a16:creationId xmlns:a16="http://schemas.microsoft.com/office/drawing/2014/main" id="{B18E19F9-A933-2537-8370-03C5233A2B8D}"/>
              </a:ext>
            </a:extLst>
          </p:cNvPr>
          <p:cNvCxnSpPr>
            <a:cxnSpLocks/>
          </p:cNvCxnSpPr>
          <p:nvPr/>
        </p:nvCxnSpPr>
        <p:spPr>
          <a:xfrm>
            <a:off x="5763125" y="4001732"/>
            <a:ext cx="13569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9" name="Google Shape;79;p16">
            <a:extLst>
              <a:ext uri="{FF2B5EF4-FFF2-40B4-BE49-F238E27FC236}">
                <a16:creationId xmlns:a16="http://schemas.microsoft.com/office/drawing/2014/main" id="{77A3F8FA-DE74-6CE2-A974-88F5EF201707}"/>
              </a:ext>
            </a:extLst>
          </p:cNvPr>
          <p:cNvCxnSpPr>
            <a:cxnSpLocks/>
          </p:cNvCxnSpPr>
          <p:nvPr/>
        </p:nvCxnSpPr>
        <p:spPr>
          <a:xfrm>
            <a:off x="1724525" y="4016725"/>
            <a:ext cx="13569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09D638CA-C52F-0691-03D6-3BFBAF228FCB}"/>
              </a:ext>
            </a:extLst>
          </p:cNvPr>
          <p:cNvCxnSpPr>
            <a:cxnSpLocks/>
          </p:cNvCxnSpPr>
          <p:nvPr/>
        </p:nvCxnSpPr>
        <p:spPr>
          <a:xfrm>
            <a:off x="2661154" y="1061243"/>
            <a:ext cx="0" cy="179190"/>
          </a:xfrm>
          <a:prstGeom prst="line">
            <a:avLst/>
          </a:prstGeom>
          <a:ln>
            <a:solidFill>
              <a:srgbClr val="7030A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ADA5068-AD6E-9A0E-98F6-207E6B81AE2F}"/>
              </a:ext>
            </a:extLst>
          </p:cNvPr>
          <p:cNvCxnSpPr>
            <a:cxnSpLocks/>
          </p:cNvCxnSpPr>
          <p:nvPr/>
        </p:nvCxnSpPr>
        <p:spPr>
          <a:xfrm>
            <a:off x="2654530" y="2472809"/>
            <a:ext cx="0" cy="192231"/>
          </a:xfrm>
          <a:prstGeom prst="line">
            <a:avLst/>
          </a:prstGeom>
          <a:ln>
            <a:solidFill>
              <a:srgbClr val="7030A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87FC44A-7CF4-33C1-95B5-097D2AB2771A}"/>
              </a:ext>
            </a:extLst>
          </p:cNvPr>
          <p:cNvCxnSpPr>
            <a:cxnSpLocks/>
          </p:cNvCxnSpPr>
          <p:nvPr/>
        </p:nvCxnSpPr>
        <p:spPr>
          <a:xfrm>
            <a:off x="2648179" y="3925408"/>
            <a:ext cx="0" cy="192231"/>
          </a:xfrm>
          <a:prstGeom prst="line">
            <a:avLst/>
          </a:prstGeom>
          <a:ln>
            <a:solidFill>
              <a:srgbClr val="7030A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3EFCDC4-6EAF-A45F-762C-746F5C3C3536}"/>
              </a:ext>
            </a:extLst>
          </p:cNvPr>
          <p:cNvCxnSpPr>
            <a:cxnSpLocks/>
          </p:cNvCxnSpPr>
          <p:nvPr/>
        </p:nvCxnSpPr>
        <p:spPr>
          <a:xfrm>
            <a:off x="2119866" y="2572237"/>
            <a:ext cx="961559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4513194-B04A-26B9-06F1-BD2133F047DC}"/>
              </a:ext>
            </a:extLst>
          </p:cNvPr>
          <p:cNvCxnSpPr>
            <a:cxnSpLocks/>
          </p:cNvCxnSpPr>
          <p:nvPr/>
        </p:nvCxnSpPr>
        <p:spPr>
          <a:xfrm>
            <a:off x="2338526" y="1131381"/>
            <a:ext cx="742899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pic>
        <p:nvPicPr>
          <p:cNvPr id="11" name="Picture 10" descr="A white object with a pointy tail&#10;&#10;AI-generated content may be incorrect.">
            <a:extLst>
              <a:ext uri="{FF2B5EF4-FFF2-40B4-BE49-F238E27FC236}">
                <a16:creationId xmlns:a16="http://schemas.microsoft.com/office/drawing/2014/main" id="{81581CA5-9650-436C-C388-0D2260B4A1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8708" y="273244"/>
            <a:ext cx="365760" cy="3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050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08080"/>
        </a:soli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13CCE343-DF87-8905-B035-0CBCBB24E4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5793" y="5661"/>
            <a:ext cx="5980320" cy="176113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63EAEF7-548E-0982-1E23-E05A6A3A70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5793" y="3373929"/>
            <a:ext cx="5980320" cy="176391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6478</TotalTime>
  <Words>2</Words>
  <Application>Microsoft Macintosh PowerPoint</Application>
  <PresentationFormat>On-screen Show (16:9)</PresentationFormat>
  <Paragraphs>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Helvetica Neue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Iyer, Siddhant</cp:lastModifiedBy>
  <cp:revision>32</cp:revision>
  <dcterms:modified xsi:type="dcterms:W3CDTF">2026-03-31T18:58:09Z</dcterms:modified>
</cp:coreProperties>
</file>